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PredictiveAnalysisStory/Story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8DBC99C3-E31F-4DFC-BF8A-E7D4116F25DF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Predictive Analysis Story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53DB7F7B-23F8-4386-9415-4F581D22B311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12/23/2025 3:53:42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3" id="2" name="slide2">
            <a:extLst>
              <a:ext uri="{FF2B5EF4-FFF2-40B4-BE49-F238E27FC236}">
                <a16:creationId xmlns:a16="http://schemas.microsoft.com/office/drawing/2014/main" id="{B74010AC-698A-49F2-821B-CD4613C596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841" y="0"/>
            <a:ext cx="7228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2025-12-23T15:53:42Z</dcterms:created>
  <dcterms:modified xsi:type="dcterms:W3CDTF">2025-12-23T15:53:42Z</dcterms:modified>
</cp:coreProperties>
</file>